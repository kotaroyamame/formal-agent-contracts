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41C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はじめてのプログラミング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臨時講習：マークダウン × VSCode × Claude Code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VSCode でWebサイトを管理しよう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～ AIに伝わる指示書を書いて、サイトを育てよう ～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869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229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マークダウンとは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0" y="82296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「書式つきメモ」の基本を学ぶ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7160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356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3716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VSCodeの準備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137160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コードエディタをセットアップ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192024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192024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8424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192024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Claude Code for VSCode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57600" y="192024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AIアシスタントをVSCodeに導入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246888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246888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3288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24688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ディレクトリの考え方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657600" y="246888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フォルダ階層でサイトを整理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01752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01752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08152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0175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CLAUDE.mdを書く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57600" y="301752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AIへの指示書を作成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356616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48640" y="356616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63016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34440" y="35661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skillで指示を整理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57600" y="356616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個別タスクの手順書を定義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114800"/>
            <a:ext cx="80467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48640" y="4114800"/>
            <a:ext cx="54864" cy="493776"/>
          </a:xfrm>
          <a:prstGeom prst="rect">
            <a:avLst/>
          </a:prstGeom>
          <a:solidFill>
            <a:srgbClr val="3D5AF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78808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34440" y="41148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実践ワークフロー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3657600" y="411480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実際にサイトを作ってみる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マークダウンとは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「書式つきメモ」の力を知ろう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─ マークダウンとは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 = 「書式つきメモ」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8686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普通のテキストに記号をつけるだけで、見出し・箇条書き・太字ができます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メモ帳感覚で使えて、AIへの指示書も簡単に書けます。わずか4つの記法を覚えるだけ！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60320"/>
            <a:ext cx="54864" cy="105156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見出し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見出し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大きなタイトル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56032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リスト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箇条書き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4904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**太字**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強調表現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49040"/>
            <a:ext cx="54864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`コード`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─ マークダウンとは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マークダウン早見表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使いどころ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見出し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見出し（大）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ページのタイトル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8046720" cy="411480"/>
          </a:xfrm>
          <a:prstGeom prst="rect">
            <a:avLst/>
          </a:prstGeom>
          <a:solidFill>
            <a:srgbClr val="E8E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小見出し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小見出し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セクション分け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リスト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リスト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項目の並列表示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solidFill>
            <a:srgbClr val="E8E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番号リスト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リスト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手順や順序が必要な場合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**太字**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大切な単語を強調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8046720" cy="411480"/>
          </a:xfrm>
          <a:prstGeom prst="rect">
            <a:avLst/>
          </a:prstGeom>
          <a:solidFill>
            <a:srgbClr val="E8E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`コード`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3886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コマンドやファイル名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```コードブロック```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0" y="4297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[コードブロック]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複数行のプログラム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VSCodeの準備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最強のコードエディタをセットアップしよう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─ VSCodeの準備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VSCodeとは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82296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無料のコードエディタ 　code.visualstudio.com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ファイル管理 + コード編集 + ターミナル が全部一つの画面に！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560320" cy="1645920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エクスプローラー（左）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プロジェクトのファイル一覧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514600"/>
            <a:ext cx="2560320" cy="1645920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エディタ（中央）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コードを書く大きな画面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2560320" cy="1645920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ターミナル（下）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コマンドを実行する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─ VSCodeの準備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VSCode 拡張機能をインストール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6400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拡張機能アイコンをクリック（左サイドバーのブロック状アイコン）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73152" cy="6400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23160"/>
            <a:ext cx="365760" cy="36576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検索欄に「Claude Code」と入力して検索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73152" cy="6400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Anthropic公式の拡張機能を選んでインストール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E8F3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4069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インストール後、VSCodeのサイドバーに「Claude Code」パネルが出現します。これであなたの相棒AIが готоваです！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VSCodeとは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VSCodeの中にAIアシスタントが常駐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─ Claude Code for VSCodeとは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VSCodeの中にAIアシスタント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77724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VSCode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VSCodeの中でClaude Codeが動く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6888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ターミナル不要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VSCodeのUIの上でAIに指示できる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自動実行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ファイル作成・編集・コマンド実行をAIが代行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─ Claude Code for VSCodeとは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使い方の基本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①Claude Codeパネルを開く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②日本語で指示を入力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③AIが実行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5AF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5AF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8046720" cy="2286000"/>
          </a:xfrm>
          <a:prstGeom prst="rect">
            <a:avLst>
              <a:gd name="adj" fmla="val 4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0116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ユーザー: index.htmlを作って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了解しました。index.htmlを作成します。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index.html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ファイルが作成されました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ディレクトリの考え方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フォルダの階層構造でサイトを整理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─ ディレクトリの考え方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 = フォルダの階層構造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68580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PCのフォルダと同じ概念です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「どこに何があるか」を整理するのが大事。CLAUDE.mdやskillも正しい場所に置きます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2148840"/>
          </a:xfrm>
          <a:prstGeom prst="rect">
            <a:avLst>
              <a:gd name="adj" fmla="val 425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23160"/>
            <a:ext cx="7772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my-website/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 ← トップページ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about.html        ← 自己紹介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         ← デザイン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images/           ← 画像フォルダ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← AIへの指示書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.claude/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skills/       ← 個別タスクの手順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─ ディレクトリの考え方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Webサイトのディレクトリ構成例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017520"/>
          </a:xfrm>
          <a:prstGeom prst="rect">
            <a:avLst>
              <a:gd name="adj" fmla="val 303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7772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my-portfolio/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     ← トップページ（最初に見る）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works.html           ← 作品紹介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contact.html         ← お問い合わせ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            ← デザイン（すべてで共用）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script.js            ← 動的処理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images/              ← 画像フォルダ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hero.jpg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works/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work1.jpg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work2.jpg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   ← プロジェクト全体のルール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.claude/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skills/          ← 個別タスクの手順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new-page.md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add-image.md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─ ディレクトリの考え方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VSCodeでフォルダを開く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6400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VSCodeの メニューから「File → Open Folder」を選ぶ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73152" cy="6400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プロジェクトフォルダを選んで「開く」をクリック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73152" cy="64008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00400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左のエクスプローラーにファイル一覧が表示される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ルール：1プロジェクト = 1フォルダ　　AIはこのフォルダをプロジェクトのスコープとして認識します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CLAUDE.mdを書く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AIへの「指示書」を作成しよう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─ CLAUDE.mdを書く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AIへの指示書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7498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プロジェクトのルートに置く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フォルダの一番上のレベルに配置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73152" cy="7498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AIが自動で読む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ファイルを開く度に Claude Code が参照します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91840"/>
            <a:ext cx="73152" cy="7498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プロジェクトのルールを定義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「何をどうするのか」「どのように書くのか」を指示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─ CLAUDE.mdを書く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CLAUDE.mdの書き方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063240"/>
          </a:xfrm>
          <a:prstGeom prst="rect">
            <a:avLst>
              <a:gd name="adj" fmla="val 298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7772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私のポートフォリオサイト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技術スタック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HTML/CSS（シンプルに保つ）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画像は images/ フォルダに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JavaScriptは最小限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ルール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コメントは日本語で書く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ファイル名は英語小文字で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レスポンシブ対応（モバイルでも見やすく）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アクセシビリティに配慮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─ CLAUDE.mdを書く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CLAUDE.mdの効果　Before / After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CLAUDE.md なし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3383280" cy="1280160"/>
          </a:xfrm>
          <a:prstGeom prst="rect">
            <a:avLst>
              <a:gd name="adj" fmla="val 714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965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ユーザー: ページ作って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言語バラバラ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ファイル名不統一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コメント英語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構成が違う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CLAUDE.md あり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3383280" cy="1280160"/>
          </a:xfrm>
          <a:prstGeom prst="rect">
            <a:avLst>
              <a:gd name="adj" fmla="val 714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965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ユーザー: ページ作って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言語統一（日本語）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ファイル名統一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コメント日本語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構成が同じ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8046720" cy="594360"/>
          </a:xfrm>
          <a:prstGeom prst="rect">
            <a:avLst/>
          </a:prstGeom>
          <a:solidFill>
            <a:srgbClr val="E0F2F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204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342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「AIに毎回言わなくても、自動でルールを守ってくれる」これが CLAUDE.md の力！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0" y="22860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skillで指示を整理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個別タスクの「やり方」をAIに教える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─ skillで指示を整理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skillとは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7498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skillファイル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フォルダに置くマークダウンファイル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73152" cy="749808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特定のタスク（「新しいページの作り方」など）の手順書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3840480" cy="1737360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プロジェクト全体のルール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技術スタック、コード規約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840480" cy="1737360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個別タスクの手順書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「ページ作成」「画像追加」など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─ skillで指示を整理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skillファイルの例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063240"/>
          </a:xfrm>
          <a:prstGeom prst="rect">
            <a:avLst>
              <a:gd name="adj" fmla="val 298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7772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新しいページの作り方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手順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HTMLファイルを作成（pages/ フォルダ内）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head内に style.css と script.js をリンク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header と footer を共通テンプレから複製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main内にコンテンツを書く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titleタグに日本語ページ名を入れる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注意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ファイル名は英語小文字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titleタグは日本語で分かりやすく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実践ワークフロー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× VSCode × Claude Code でサイトを育てよう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─ 実践ワークフロー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1：プロジェクトを始める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でフォルダを作成・オープン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804672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12848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0008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12848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を書く（プロジェクトルール定義）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804672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71216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08376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71216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に「このフォルダで Webサイトを作りたい」と伝える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8046720" cy="576072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29584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66744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529584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AIが初期ファイル（index.html, style.css など）を作ってくれる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─ 実践ワークフロー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2：ページを追加する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に「新しいページを追加して」と指示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8046720" cy="576072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12848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0008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12848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skillがあれば AI は自動でルールに従う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804672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71216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08376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871216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例：「作品紹介ページを追加して」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8046720" cy="576072"/>
          </a:xfrm>
          <a:prstGeom prst="rect">
            <a:avLst/>
          </a:prstGeom>
          <a:solidFill>
            <a:srgbClr val="E8E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29584"/>
            <a:ext cx="73152" cy="576072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66744"/>
            <a:ext cx="274320" cy="274320"/>
          </a:xfrm>
          <a:prstGeom prst="rect">
            <a:avLst/>
          </a:prstGeom>
          <a:solidFill>
            <a:srgbClr val="3D5A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529584"/>
            <a:ext cx="7132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works.html が正しい構成で自動生成される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skill がルール化されていれば、毎回「◎◎を忘れずに」と言う必要はありません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─ 実践ワークフロー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3：サイトを育てる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892040" y="2423160"/>
            <a:ext cx="640080" cy="64008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6" name="Text 4"/>
          <p:cNvSpPr/>
          <p:nvPr/>
        </p:nvSpPr>
        <p:spPr>
          <a:xfrm>
            <a:off x="48920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94760" y="3520440"/>
            <a:ext cx="640080" cy="64008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2423160"/>
            <a:ext cx="640080" cy="64008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1325880"/>
            <a:ext cx="640080" cy="640080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と skill を育てる = サイトの品質が上がる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「AIに覚えてもらうことで、どんどん楽になります。これが Markdown × VSCode × Claude Code の真価！」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まとめ：今日できるようになったこと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4183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8686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マークダウンの基本記法を覚えた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0744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307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でフォルダを開けるようになった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19656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1746504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VSCode の使い方を知った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58568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4440" y="2185416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ディレクトリ構成の考え方を理解した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9748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4440" y="26243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でAIにルールを伝えられる</a:t>
            </a:r>
            <a:endParaRPr lang="en-US" sz="12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36392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34440" y="30632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で個別の手順書を書ける</a:t>
            </a:r>
            <a:endParaRPr lang="en-US" sz="12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575304"/>
            <a:ext cx="292608" cy="29260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34440" y="350215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マークダウン指示書 → AI実行 → サイト成長 のループを理解した</a:t>
            </a:r>
            <a:endParaRPr lang="en-US" sz="1200" dirty="0"/>
          </a:p>
        </p:txBody>
      </p:sp>
      <p:sp>
        <p:nvSpPr>
          <p:cNvPr id="18" name="Shape 9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19" name="Text 10"/>
          <p:cNvSpPr/>
          <p:nvPr/>
        </p:nvSpPr>
        <p:spPr>
          <a:xfrm>
            <a:off x="82296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マークダウンで指示書を書く → AIが従う → サイトが育つ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1C4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41C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ご質問はありますか？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今日からあなたもAIとWebサイトを育てよう！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3D5A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特別講習を楽しんでいただきありがとうございました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はじめてのプログラミング 臨時講習：マークダウン × VSCode × Claude Code for VSCode でWebサイトを管理しよう</dc:title>
  <dc:subject>PptxGenJS Presentation</dc:subject>
  <dc:creator>Hikaru</dc:creator>
  <cp:lastModifiedBy>Hikaru</cp:lastModifiedBy>
  <cp:revision>1</cp:revision>
  <dcterms:created xsi:type="dcterms:W3CDTF">2026-03-31T05:26:30Z</dcterms:created>
  <dcterms:modified xsi:type="dcterms:W3CDTF">2026-03-31T05:26:30Z</dcterms:modified>
</cp:coreProperties>
</file>